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74" autoAdjust="0"/>
  </p:normalViewPr>
  <p:slideViewPr>
    <p:cSldViewPr snapToGrid="0" snapToObjects="1">
      <p:cViewPr varScale="1">
        <p:scale>
          <a:sx n="165" d="100"/>
          <a:sy n="165" d="100"/>
        </p:scale>
        <p:origin x="65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Statistics &amp; Probability Quiz -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Find the value of x, if the mode of the data is 25:</a:t>
            </a:r>
            <a:r>
              <a:t> 15, 20, 25, 18, 14, 15, 25, 15, 18, 16, 20, 25, 20, x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Count the occurrences of each number: - 15 appears 3 times - 20 appears 3 times - 25 appears 3 times - 18 appears 2 times - 14 appears 1 time - 16 appears 1 time</a:t>
            </a:r>
          </a:p>
          <a:p>
            <a:pPr marL="0" lvl="0" indent="0">
              <a:buNone/>
            </a:pPr>
            <a:r>
              <a:t>Currently, 25, 15, and 20 all appear 3 times. To make 25 the unique mode, x must be 25 (increasing count to 4).</a:t>
            </a:r>
          </a:p>
          <a:p>
            <a:pPr marL="0" lvl="0" indent="0">
              <a:buNone/>
            </a:pPr>
            <a:r>
              <a:rPr b="1"/>
              <a:t>Answer: x =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Question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 bank has a drive-through service. The number of customers arriving during a 15 min period is distributed as shown. Find the mean of the distribution: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121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Number of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Solution:</a:t>
            </a:r>
            <a:r>
              <a:t> Mean = E[X] = Σ(x × P(x))</a:t>
            </a:r>
          </a:p>
          <a:p>
            <a:pPr marL="0" lvl="0" indent="0">
              <a:buNone/>
            </a:pPr>
            <a:r>
              <a:t>E[X] = 0(0.1) + 1(0.2) + 2(0.3) + 3(0.3) + 4(0.1) E[X] = 0 + 0.2 + 0.6 + 0.9 + 0.4 E[X] = 2.1</a:t>
            </a:r>
          </a:p>
          <a:p>
            <a:pPr marL="0" lvl="0" indent="0">
              <a:buNone/>
            </a:pPr>
            <a:r>
              <a:rPr b="1"/>
              <a:t>Answer: Mean = 2.1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If a fair dice having 6 faces is rolled, what is the probability of getting a face having a cubic number?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A fair die has faces numbered 1 through 6. Cubic numbers between 1 and 6: - 1³ = 1 ✓ (on the die) - 2³ = 8 ✗ (not on the die)</a:t>
            </a:r>
          </a:p>
          <a:p>
            <a:pPr marL="0" lvl="0" indent="0">
              <a:buNone/>
            </a:pPr>
            <a:r>
              <a:t>Only 1 is a cubic number on the die.</a:t>
            </a:r>
          </a:p>
          <a:p>
            <a:pPr marL="0" lvl="0" indent="0">
              <a:buNone/>
            </a:pPr>
            <a:r>
              <a:t>P(cubic number) = Number of favorable outcomes / Total outcomes P(cubic number) = 1/6</a:t>
            </a:r>
          </a:p>
          <a:p>
            <a:pPr marL="0" lvl="0" indent="0">
              <a:buNone/>
            </a:pPr>
            <a:r>
              <a:rPr b="1"/>
              <a:t>Answer: 1/6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 drawer contains 45 bolts, 15 screws, and 60 nuts. If one is drawn at random, what is the probability that it is a nut?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Total items = 45 + 15 + 60 = 120 Number of nuts = 60</a:t>
            </a:r>
          </a:p>
          <a:p>
            <a:pPr marL="0" lvl="0" indent="0">
              <a:buNone/>
            </a:pPr>
            <a:r>
              <a:t>P(nut) = 60/120 = 1/2</a:t>
            </a:r>
          </a:p>
          <a:p>
            <a:pPr marL="0" lvl="0" indent="0">
              <a:buNone/>
            </a:pPr>
            <a:r>
              <a:rPr b="1"/>
              <a:t>Answer: 1/2 or 0.5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 sample of 4 items is selected at random from a box containing 12 items, of which 5 are defective. What is the probability of getting no defective items?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Non-defective items = 12 - 5 = 7</a:t>
            </a:r>
          </a:p>
          <a:p>
            <a:pPr marL="0" lvl="0" indent="0">
              <a:buNone/>
            </a:pPr>
            <a:r>
              <a:t>This is a hypergeometric probability:</a:t>
            </a:r>
          </a:p>
          <a:p>
            <a:pPr marL="0" lvl="0" indent="0">
              <a:buNone/>
            </a:pPr>
            <a:r>
              <a:t>P(no defective) = C(7,4) / C(12,4)</a:t>
            </a:r>
          </a:p>
          <a:p>
            <a:pPr marL="0" lvl="0" indent="0">
              <a:buNone/>
            </a:pPr>
            <a:r>
              <a:t>C(7,4) = 7!/(4!×3!) = 35 C(12,4) = 12!/(4!×8!) = 495</a:t>
            </a:r>
          </a:p>
          <a:p>
            <a:pPr marL="0" lvl="0" indent="0">
              <a:buNone/>
            </a:pPr>
            <a:r>
              <a:t>P(no defective) = 35/495 = 7/99 ≈ 0.0707</a:t>
            </a:r>
          </a:p>
          <a:p>
            <a:pPr marL="0" lvl="0" indent="0">
              <a:buNone/>
            </a:pPr>
            <a:r>
              <a:rPr b="1"/>
              <a:t>Answer: 7/99 or approximately 0.0707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There are 10 urns. Each of 3 contains 1 white and 9 black balls (U1). Each of 3 contains 9 white and 1 black ball (U2). Each of 4 contains 7 white and 5 black balls (U3). One urn is selected at random and a ball is drawn blindly. Find the probability that the ball is white.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Using the Law of Total Probability:</a:t>
            </a:r>
          </a:p>
          <a:p>
            <a:pPr marL="0" lvl="0" indent="0">
              <a:buNone/>
            </a:pPr>
            <a:r>
              <a:t>P(urn type): - P(U1) = 3/10 - P(U2) = 3/10 - P(U3) = 4/10</a:t>
            </a:r>
          </a:p>
          <a:p>
            <a:pPr marL="0" lvl="0" indent="0">
              <a:buNone/>
            </a:pPr>
            <a:r>
              <a:t>P(white | urn type): - P(white|U1) = 1/10 - P(white|U2) = 9/10 - P(white|U3) = 7/12</a:t>
            </a:r>
          </a:p>
          <a:p>
            <a:pPr marL="0" lvl="0" indent="0">
              <a:buNone/>
            </a:pPr>
            <a:r>
              <a:t>P(white) = P(white|U1)P(U1) + P(white|U2)P(U2) + P(white|U3)P(U3)</a:t>
            </a:r>
          </a:p>
          <a:p>
            <a:pPr marL="0" lvl="0" indent="0">
              <a:buNone/>
            </a:pPr>
            <a:r>
              <a:t>P(white) = (1/10)(3/10) + (9/10)(3/10) + (7/12)(4/10) P(white) = 3/100 + 27/100 + 7/30 P(white) = 30/100 + 7/30 P(white) = 90/300 + 70/300 P(white) = 160/300 = 8/15</a:t>
            </a:r>
          </a:p>
          <a:p>
            <a:pPr marL="0" lvl="0" indent="0">
              <a:buNone/>
            </a:pPr>
            <a:r>
              <a:rPr b="1"/>
              <a:t>Answer: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Two dice are thrown simultaneously. What is the probability that the sum of numbers exceeds 8?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Sum exceeds 8 means sum = 9, 10, 11, or 12</a:t>
            </a:r>
          </a:p>
          <a:p>
            <a:pPr marL="0" lvl="0" indent="0">
              <a:buNone/>
            </a:pPr>
            <a:r>
              <a:t>Favorable outcomes: - Sum = 9: (3,6), (4,5), (5,4), (6,3) → 4 outcomes - Sum = 10: (4,6), (5,5), (6,4) → 3 outcomes - Sum = 11: (5,6), (6,5) → 2 outcomes - Sum = 12: (6,6) → 1 outcome</a:t>
            </a:r>
          </a:p>
          <a:p>
            <a:pPr marL="0" lvl="0" indent="0">
              <a:buNone/>
            </a:pPr>
            <a:r>
              <a:t>Total favorable outcomes = 4 + 3 + 2 + 1 = 10 Total possible outcomes = 6 × 6 = 36</a:t>
            </a:r>
          </a:p>
          <a:p>
            <a:pPr marL="0" lvl="0" indent="0">
              <a:buNone/>
            </a:pPr>
            <a:r>
              <a:t>P(sum &gt; 8) = 10/36 = 5/18</a:t>
            </a:r>
          </a:p>
          <a:p>
            <a:pPr marL="0" lvl="0" indent="0">
              <a:buNone/>
            </a:pPr>
            <a:r>
              <a:rPr b="1"/>
              <a:t>Answer: 10/36 or 5/18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Given that E and F are events such that P(E) = 0.6, P(F) = 0.3, and P(E ∩ F) = 0.2, find P(E|F)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Conditional probability formula:</a:t>
            </a:r>
          </a:p>
          <a:p>
            <a:pPr marL="0" lvl="0" indent="0">
              <a:buNone/>
            </a:pPr>
            <a:r>
              <a:t>P(E|F) = P(E ∩ F) / P(F) P(E|F) = 0.2 / 0.3 P(E|F) = 2/3</a:t>
            </a:r>
          </a:p>
          <a:p>
            <a:pPr marL="0" lvl="0" indent="0">
              <a:buNone/>
            </a:pPr>
            <a:r>
              <a:rPr b="1"/>
              <a:t>Answer: 2/3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Let A and B be two events such that P(A) = 0.6, P(B) = 0.5, and P(A ∪ B) = 0.9. Find P(A|B)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Using the union formula: P(A ∪ B) = P(A) + P(B) - P(A ∩ B)</a:t>
            </a:r>
          </a:p>
          <a:p>
            <a:pPr marL="0" lvl="0" indent="0">
              <a:buNone/>
            </a:pPr>
            <a:r>
              <a:t>0.9 = 0.6 + 0.5 - P(A ∩ B) P(A ∩ B) = 0.6 + 0.5 - 0.9 = 0.2</a:t>
            </a:r>
          </a:p>
          <a:p>
            <a:pPr marL="0" lvl="0" indent="0">
              <a:buNone/>
            </a:pPr>
            <a:r>
              <a:t>Conditional probability: P(A|B) = P(A ∩ B) / P(B) P(A|B) = 0.2 / 0.5 = 0.4</a:t>
            </a:r>
          </a:p>
          <a:p>
            <a:pPr marL="0" lvl="0" indent="0">
              <a:buNone/>
            </a:pPr>
            <a:r>
              <a:rPr b="1"/>
              <a:t>Answer: 0.4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The mean of 10 numbers is 72. If two numbers, 83 and 67, are removed, what is the new mean of the remaining numbers?</a:t>
            </a:r>
          </a:p>
          <a:p>
            <a:pPr marL="0" lvl="0" indent="0">
              <a:buNone/>
            </a:pPr>
            <a:r>
              <a:rPr b="1"/>
              <a:t>Solution:</a:t>
            </a:r>
            <a:r>
              <a:t> Sum of 10 numbers = 10 × 72 = 720</a:t>
            </a:r>
          </a:p>
          <a:p>
            <a:pPr marL="0" lvl="0" indent="0">
              <a:buNone/>
            </a:pPr>
            <a:r>
              <a:t>After removing 83 and 67: New sum = 720 - (83 + 67) = 720 - 150 = 570</a:t>
            </a:r>
          </a:p>
          <a:p>
            <a:pPr marL="0" lvl="0" indent="0">
              <a:buNone/>
            </a:pPr>
            <a:r>
              <a:t>New mean = 570 / 8 = 71.25</a:t>
            </a:r>
          </a:p>
          <a:p>
            <a:pPr marL="0" lvl="0" indent="0">
              <a:buNone/>
            </a:pPr>
            <a:r>
              <a:rPr b="1"/>
              <a:t>Answer: 71.25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of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x = 25</a:t>
            </a:r>
          </a:p>
          <a:p>
            <a:pPr marL="342900" lvl="0" indent="-342900">
              <a:buAutoNum type="arabicPeriod"/>
            </a:pPr>
            <a:r>
              <a:t>Mean = 2.1</a:t>
            </a:r>
          </a:p>
          <a:p>
            <a:pPr marL="342900" lvl="0" indent="-342900">
              <a:buAutoNum type="arabicPeriod"/>
            </a:pPr>
            <a:r>
              <a:t>1/6</a:t>
            </a:r>
          </a:p>
          <a:p>
            <a:pPr marL="342900" lvl="0" indent="-342900">
              <a:buAutoNum type="arabicPeriod"/>
            </a:pPr>
            <a:r>
              <a:t>1/2</a:t>
            </a:r>
          </a:p>
          <a:p>
            <a:pPr marL="342900" lvl="0" indent="-342900">
              <a:buAutoNum type="arabicPeriod"/>
            </a:pPr>
            <a:r>
              <a:t>7/99</a:t>
            </a:r>
          </a:p>
          <a:p>
            <a:pPr marL="342900" lvl="0" indent="-342900">
              <a:buAutoNum type="arabicPeriod"/>
            </a:pPr>
            <a:r>
              <a:t>8/15</a:t>
            </a:r>
          </a:p>
          <a:p>
            <a:pPr marL="342900" lvl="0" indent="-342900">
              <a:buAutoNum type="arabicPeriod"/>
            </a:pPr>
            <a:r>
              <a:t>10/36</a:t>
            </a:r>
          </a:p>
          <a:p>
            <a:pPr marL="342900" lvl="0" indent="-342900">
              <a:buAutoNum type="arabicPeriod"/>
            </a:pPr>
            <a:r>
              <a:t>2/3</a:t>
            </a:r>
          </a:p>
          <a:p>
            <a:pPr marL="342900" lvl="0" indent="-342900">
              <a:buAutoNum type="arabicPeriod"/>
            </a:pPr>
            <a:r>
              <a:t>0.4</a:t>
            </a:r>
          </a:p>
          <a:p>
            <a:pPr marL="342900" lvl="0" indent="-342900">
              <a:buAutoNum type="arabicPeriod"/>
            </a:pPr>
            <a:r>
              <a:t>71.25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</Words>
  <Application>Microsoft Macintosh PowerPoint</Application>
  <PresentationFormat>On-screen Show (16:9)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Statistics &amp; Probability Quiz - Solutions</vt:lpstr>
      <vt:lpstr>Question 1</vt:lpstr>
      <vt:lpstr>Question 2</vt:lpstr>
      <vt:lpstr>PowerPoint Presentation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Summary of Answers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&amp; Probability Quiz - Solutions</dc:title>
  <dc:creator/>
  <cp:keywords/>
  <cp:lastModifiedBy>PS</cp:lastModifiedBy>
  <cp:revision>1</cp:revision>
  <dcterms:created xsi:type="dcterms:W3CDTF">1970-01-01T00:00:00Z</dcterms:created>
  <dcterms:modified xsi:type="dcterms:W3CDTF">2025-11-30T02:08:43Z</dcterms:modified>
</cp:coreProperties>
</file>